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Customer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Machine Learning System</a:t>
            </a:r>
          </a:p>
          <a:p>
            <a:r>
              <a:t>Pavan Teja</a:t>
            </a:r>
          </a:p>
          <a:p>
            <a:r>
              <a:t>Data Science Project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impacts long-term revenue</a:t>
            </a:r>
          </a:p>
          <a:p>
            <a:r>
              <a:t>Goal: Predict churn before disengagement</a:t>
            </a:r>
          </a:p>
          <a:p>
            <a:r>
              <a:t>Enable proactive retention strategies</a:t>
            </a:r>
          </a:p>
          <a:p>
            <a:r>
              <a:t>Improve customer lifetime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UCI Online Retail II</a:t>
            </a:r>
          </a:p>
          <a:p>
            <a:r>
              <a:t>Original Rows: 525,461</a:t>
            </a:r>
          </a:p>
          <a:p>
            <a:r>
              <a:t>Cleaned Rows: 342,273</a:t>
            </a:r>
          </a:p>
          <a:p>
            <a:r>
              <a:t>Final Customers: 3,059</a:t>
            </a:r>
          </a:p>
          <a:p>
            <a:r>
              <a:t>Churn Window: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Distribution</a:t>
            </a:r>
          </a:p>
        </p:txBody>
      </p:sp>
      <p:pic>
        <p:nvPicPr>
          <p:cNvPr id="3" name="Picture 2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RFM Features (Recency, Frequency, Monetary)</a:t>
            </a:r>
          </a:p>
          <a:p>
            <a:r>
              <a:t>Behavioral Metrics</a:t>
            </a:r>
          </a:p>
          <a:p>
            <a:r>
              <a:t>Temporal Activity Features</a:t>
            </a:r>
          </a:p>
          <a:p>
            <a:r>
              <a:t>Product Diversity Indicators</a:t>
            </a:r>
          </a:p>
          <a:p>
            <a:r>
              <a:t>25+ Engineered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Selected Model: Logistic Regression</a:t>
            </a:r>
          </a:p>
          <a:p>
            <a:r>
              <a:t>Accuracy: ~0.69</a:t>
            </a:r>
          </a:p>
          <a:p>
            <a:r>
              <a:t>Precision: ~0.58</a:t>
            </a:r>
          </a:p>
          <a:p>
            <a:r>
              <a:t>Recall: ~0.58</a:t>
            </a:r>
          </a:p>
          <a:p>
            <a:r>
              <a:t>ROC-AUC: ~0.748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BD90-DCCD-F446-A343-08087541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</a:t>
            </a:r>
            <a:r>
              <a:rPr lang="en-US" dirty="0" err="1"/>
              <a:t>Architectue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B623-2A97-28DD-53E1-8B278FA10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Collecting Raw Data</a:t>
            </a:r>
          </a:p>
          <a:p>
            <a:r>
              <a:rPr lang="en-US" dirty="0"/>
              <a:t>Data Cleaning and Preprocessing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Model </a:t>
            </a:r>
            <a:r>
              <a:rPr lang="en-US" dirty="0" err="1"/>
              <a:t>Evalution</a:t>
            </a:r>
            <a:endParaRPr lang="en-US" dirty="0"/>
          </a:p>
          <a:p>
            <a:r>
              <a:rPr lang="en-US" dirty="0"/>
              <a:t>Final/Best model selection</a:t>
            </a:r>
            <a:endParaRPr lang="en-IN" dirty="0"/>
          </a:p>
          <a:p>
            <a:r>
              <a:rPr lang="en-IN" dirty="0" err="1"/>
              <a:t>Streamlit</a:t>
            </a:r>
            <a:r>
              <a:rPr lang="en-IN" dirty="0"/>
              <a:t> 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6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Prediction API (predict.py)</a:t>
            </a:r>
          </a:p>
          <a:p>
            <a:r>
              <a:t>Streamlit Multi-Page Application</a:t>
            </a:r>
          </a:p>
          <a:p>
            <a:r>
              <a:t>Docker Containerization</a:t>
            </a:r>
          </a:p>
          <a:p>
            <a:r>
              <a:t>Deployed on Streamlit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Customer Prediction</a:t>
            </a:r>
          </a:p>
          <a:p>
            <a:r>
              <a:t>Batch CSV Upload</a:t>
            </a:r>
          </a:p>
          <a:p>
            <a:r>
              <a:t>Dashboard Analytics</a:t>
            </a:r>
          </a:p>
          <a:p>
            <a:r>
              <a:t>Downloadable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ML Pipeline Development</a:t>
            </a:r>
          </a:p>
          <a:p>
            <a:r>
              <a:t>Impact of churn window definition</a:t>
            </a:r>
          </a:p>
          <a:p>
            <a:r>
              <a:t>Cross-validation importance</a:t>
            </a:r>
          </a:p>
          <a:p>
            <a:r>
              <a:t>Production-grade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ML lifecycle implemented</a:t>
            </a:r>
          </a:p>
          <a:p>
            <a:r>
              <a:t>Cloud deployed solution</a:t>
            </a:r>
          </a:p>
          <a:p>
            <a:r>
              <a:t>Business-aligned churn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192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E-Commerce Customer Churn Prediction</vt:lpstr>
      <vt:lpstr>Business Problem</vt:lpstr>
      <vt:lpstr>Dataset Overview</vt:lpstr>
      <vt:lpstr>Churn Distribution</vt:lpstr>
      <vt:lpstr>Feature Engineering</vt:lpstr>
      <vt:lpstr>Model Performance Comparison</vt:lpstr>
      <vt:lpstr>Final Model Performance</vt:lpstr>
      <vt:lpstr>System Architectue</vt:lpstr>
      <vt:lpstr>Deployment</vt:lpstr>
      <vt:lpstr>Live Application Features</vt:lpstr>
      <vt:lpstr>Key Learnings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pavanteja0107@outlook.com</cp:lastModifiedBy>
  <cp:revision>2</cp:revision>
  <dcterms:created xsi:type="dcterms:W3CDTF">2013-01-27T09:14:16Z</dcterms:created>
  <dcterms:modified xsi:type="dcterms:W3CDTF">2026-02-15T11:48:47Z</dcterms:modified>
  <cp:category/>
</cp:coreProperties>
</file>